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66DB-0AA6-4B03-FBAC-11202D8339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b="1" dirty="0">
                <a:latin typeface="Bookman Old Style" panose="02050604050505020204" pitchFamily="18" charset="0"/>
              </a:rPr>
              <a:t>SAFEROUTE AI-REAL TIME SAFETY ASSISSTANT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0F23C-CBC8-D846-E9E9-8B8B7E15D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7739" y="3956279"/>
            <a:ext cx="9462782" cy="108623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Build a mobile-first web app + optional mobile wrapper that suggests safer routes, offers SOS and voice-triggered alerts, and predicts risk levels for locations using public/anonymous data and device sensors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5493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3A35-94CA-D0A5-113C-554CD315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00D65-704E-0CA0-9BFE-35FF3EF77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1295"/>
            <a:ext cx="9601200" cy="4416105"/>
          </a:xfrm>
        </p:spPr>
        <p:txBody>
          <a:bodyPr>
            <a:normAutofit/>
          </a:bodyPr>
          <a:lstStyle/>
          <a:p>
            <a:r>
              <a:rPr lang="en-US" dirty="0"/>
              <a:t>Safe Route AI helps users travel more safely by combining route-risk prediction, real-time alerts, and an intuitive SOS flow. The app uses geospatial data, historical reports (if available), crowdsourced safety signals, and lightweight on-device models for voice keyword detection and fallbacks.</a:t>
            </a:r>
          </a:p>
          <a:p>
            <a:r>
              <a:rPr lang="en-US" b="1" dirty="0"/>
              <a:t>Core capabilities:</a:t>
            </a:r>
          </a:p>
          <a:p>
            <a:r>
              <a:rPr lang="en-US" dirty="0"/>
              <a:t>Safe-route suggestions (risk-optimized path vs shortest path)</a:t>
            </a:r>
          </a:p>
          <a:p>
            <a:r>
              <a:rPr lang="en-US" dirty="0"/>
              <a:t>Instant SOS with location sharing to trusted contacts and authorities</a:t>
            </a:r>
          </a:p>
          <a:p>
            <a:r>
              <a:rPr lang="en-US" dirty="0"/>
              <a:t>Voice/wearable trigger for hands-free alerts</a:t>
            </a:r>
          </a:p>
          <a:p>
            <a:r>
              <a:rPr lang="en-US" dirty="0"/>
              <a:t>Community-sourced safety ratings and incident reporting</a:t>
            </a:r>
          </a:p>
          <a:p>
            <a:r>
              <a:rPr lang="en-US" dirty="0"/>
              <a:t>Real-time context-aware warnings (poorly lit path, isolated area, unusual stop)</a:t>
            </a:r>
          </a:p>
          <a:p>
            <a:r>
              <a:rPr lang="en-US" dirty="0"/>
              <a:t>Discreet features: fake call, silent alarm, check-in timers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55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C281F-E78F-C1C1-6EDB-0126A90C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High level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3EE06-EF5E-FB05-A302-F54235C9A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1" y="1325461"/>
            <a:ext cx="10171650" cy="5008227"/>
          </a:xfrm>
        </p:spPr>
      </p:pic>
    </p:spTree>
    <p:extLst>
      <p:ext uri="{BB962C8B-B14F-4D97-AF65-F5344CB8AC3E}">
        <p14:creationId xmlns:p14="http://schemas.microsoft.com/office/powerpoint/2010/main" val="154735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B1D4-1C30-E8DA-BC4B-35CAF88B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Tech stack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688F9-47FB-7858-E4D1-64D08C56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5461"/>
            <a:ext cx="9601200" cy="5394121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Frontend (User + Admin):</a:t>
            </a:r>
            <a:endParaRPr lang="en-IN" dirty="0"/>
          </a:p>
          <a:p>
            <a:r>
              <a:rPr lang="en-IN" dirty="0"/>
              <a:t>React (Next.js optional) for web app / PWA</a:t>
            </a:r>
          </a:p>
          <a:p>
            <a:r>
              <a:rPr lang="en-IN" dirty="0"/>
              <a:t>Tailwind CSS for rapid styling</a:t>
            </a:r>
          </a:p>
          <a:p>
            <a:r>
              <a:rPr lang="en-IN" dirty="0" err="1"/>
              <a:t>Zustand</a:t>
            </a:r>
            <a:r>
              <a:rPr lang="en-IN" dirty="0"/>
              <a:t> / Redux Toolkit for state management</a:t>
            </a:r>
          </a:p>
          <a:p>
            <a:r>
              <a:rPr lang="en-IN" dirty="0" err="1"/>
              <a:t>Mapbox</a:t>
            </a:r>
            <a:r>
              <a:rPr lang="en-IN" dirty="0"/>
              <a:t> GL JS for interactive maps (or Google Maps if preferred)</a:t>
            </a:r>
          </a:p>
          <a:p>
            <a:r>
              <a:rPr lang="en-IN" dirty="0"/>
              <a:t>React Native / Expo for mobile wrapper (optional)</a:t>
            </a:r>
          </a:p>
          <a:p>
            <a:r>
              <a:rPr lang="en-IN" b="1" dirty="0"/>
              <a:t>Backend:</a:t>
            </a:r>
            <a:endParaRPr lang="en-IN" dirty="0"/>
          </a:p>
          <a:p>
            <a:r>
              <a:rPr lang="en-IN" dirty="0"/>
              <a:t>Node.js + Express (or </a:t>
            </a:r>
            <a:r>
              <a:rPr lang="en-IN" dirty="0" err="1"/>
              <a:t>NestJS</a:t>
            </a:r>
            <a:r>
              <a:rPr lang="en-IN" dirty="0"/>
              <a:t>) for API gateway</a:t>
            </a:r>
          </a:p>
          <a:p>
            <a:r>
              <a:rPr lang="en-IN" dirty="0"/>
              <a:t>Python (</a:t>
            </a:r>
            <a:r>
              <a:rPr lang="en-IN" dirty="0" err="1"/>
              <a:t>FastAPI</a:t>
            </a:r>
            <a:r>
              <a:rPr lang="en-IN" dirty="0"/>
              <a:t>) for ML microservice / risk engine (optional: combine in Node if preferred)</a:t>
            </a:r>
          </a:p>
          <a:p>
            <a:r>
              <a:rPr lang="en-IN" dirty="0"/>
              <a:t>PostgreSQL with </a:t>
            </a:r>
            <a:r>
              <a:rPr lang="en-IN" dirty="0" err="1"/>
              <a:t>PostGIS</a:t>
            </a:r>
            <a:r>
              <a:rPr lang="en-IN" dirty="0"/>
              <a:t> extension for spatial queries</a:t>
            </a:r>
          </a:p>
          <a:p>
            <a:r>
              <a:rPr lang="en-IN" dirty="0"/>
              <a:t>Redis for caching</a:t>
            </a:r>
          </a:p>
          <a:p>
            <a:r>
              <a:rPr lang="en-IN" dirty="0"/>
              <a:t>Firebase Auth or Auth0 for identity and social auth</a:t>
            </a:r>
          </a:p>
          <a:p>
            <a:r>
              <a:rPr lang="en-IN" b="1" dirty="0"/>
              <a:t>ML / Data:</a:t>
            </a:r>
            <a:endParaRPr lang="en-IN" dirty="0"/>
          </a:p>
          <a:p>
            <a:r>
              <a:rPr lang="en-IN" dirty="0"/>
              <a:t>Scikit-learn / </a:t>
            </a:r>
            <a:r>
              <a:rPr lang="en-IN" dirty="0" err="1"/>
              <a:t>XGBoost</a:t>
            </a:r>
            <a:r>
              <a:rPr lang="en-IN" dirty="0"/>
              <a:t> or </a:t>
            </a:r>
            <a:r>
              <a:rPr lang="en-IN" dirty="0" err="1"/>
              <a:t>LightGBM</a:t>
            </a:r>
            <a:r>
              <a:rPr lang="en-IN" dirty="0"/>
              <a:t> for tabular risk model</a:t>
            </a:r>
          </a:p>
          <a:p>
            <a:r>
              <a:rPr lang="en-IN" dirty="0"/>
              <a:t>Small transformer or fine-tuned </a:t>
            </a:r>
            <a:r>
              <a:rPr lang="en-IN" dirty="0" err="1"/>
              <a:t>DistilBERT</a:t>
            </a:r>
            <a:r>
              <a:rPr lang="en-IN" dirty="0"/>
              <a:t> for NLP on incident text (optional)</a:t>
            </a:r>
          </a:p>
          <a:p>
            <a:r>
              <a:rPr lang="en-IN" dirty="0"/>
              <a:t>Geo features: heatmaps, kernel density estimation for incidents</a:t>
            </a:r>
          </a:p>
          <a:p>
            <a:r>
              <a:rPr lang="en-IN" dirty="0"/>
              <a:t>Model serving: </a:t>
            </a:r>
            <a:r>
              <a:rPr lang="en-IN" dirty="0" err="1"/>
              <a:t>FastAPI</a:t>
            </a:r>
            <a:r>
              <a:rPr lang="en-IN" dirty="0"/>
              <a:t> + </a:t>
            </a:r>
            <a:r>
              <a:rPr lang="en-IN" dirty="0" err="1"/>
              <a:t>Uvicorn</a:t>
            </a:r>
            <a:r>
              <a:rPr lang="en-IN" dirty="0"/>
              <a:t> or </a:t>
            </a:r>
            <a:r>
              <a:rPr lang="en-IN" dirty="0" err="1"/>
              <a:t>TorchServe</a:t>
            </a:r>
            <a:r>
              <a:rPr lang="en-IN" dirty="0"/>
              <a:t> if using </a:t>
            </a:r>
            <a:r>
              <a:rPr lang="en-IN" dirty="0" err="1"/>
              <a:t>PyTorch</a:t>
            </a:r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4045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BD28-AB88-E5D4-53E3-0F3841BB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Data Sources &amp;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DC842-A897-06FB-F1DD-8059654DB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8073"/>
            <a:ext cx="9601200" cy="4983061"/>
          </a:xfrm>
        </p:spPr>
        <p:txBody>
          <a:bodyPr>
            <a:normAutofit/>
          </a:bodyPr>
          <a:lstStyle/>
          <a:p>
            <a:r>
              <a:rPr lang="en-US" b="1" dirty="0"/>
              <a:t>Potential data sources:</a:t>
            </a:r>
            <a:endParaRPr lang="en-US" dirty="0"/>
          </a:p>
          <a:p>
            <a:r>
              <a:rPr lang="en-US" dirty="0"/>
              <a:t>Public crime data (city police open datasets)</a:t>
            </a:r>
          </a:p>
          <a:p>
            <a:r>
              <a:rPr lang="en-US" dirty="0"/>
              <a:t>OpenStreetMap for map geometry</a:t>
            </a:r>
          </a:p>
          <a:p>
            <a:r>
              <a:rPr lang="en-US" dirty="0"/>
              <a:t>Crowdsourced incident reports from users</a:t>
            </a:r>
          </a:p>
          <a:p>
            <a:r>
              <a:rPr lang="en-US" dirty="0"/>
              <a:t>Time-of-day footfall proxies (public transit APIs, population density datasets)</a:t>
            </a:r>
          </a:p>
          <a:p>
            <a:r>
              <a:rPr lang="en-US" b="1" dirty="0"/>
              <a:t>Privacy &amp; Safety:</a:t>
            </a:r>
            <a:endParaRPr lang="en-US" dirty="0"/>
          </a:p>
          <a:p>
            <a:r>
              <a:rPr lang="en-US" dirty="0"/>
              <a:t>Strict opt-in for location sharing and incident reports</a:t>
            </a:r>
          </a:p>
          <a:p>
            <a:r>
              <a:rPr lang="en-US" dirty="0"/>
              <a:t>Pseudonymize user reports before storing</a:t>
            </a:r>
          </a:p>
          <a:p>
            <a:r>
              <a:rPr lang="en-US" dirty="0"/>
              <a:t>Store only necessary retention windows (e.g., 90 days) unless user opts-in</a:t>
            </a:r>
          </a:p>
          <a:p>
            <a:r>
              <a:rPr lang="en-US" dirty="0"/>
              <a:t>End-to-end encrypted messages sent to trusted contacts (where possible)</a:t>
            </a:r>
          </a:p>
          <a:p>
            <a:r>
              <a:rPr lang="en-US" dirty="0"/>
              <a:t>Provide clear safety &amp; privacy policy on first 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544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F0E0-7B05-BE9A-B370-053CF465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Risk Scoring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2D8F4-FEA1-10D8-CE78-92FCB8964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9684"/>
            <a:ext cx="9601200" cy="4907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Inputs (features):</a:t>
            </a:r>
            <a:endParaRPr lang="en-US" dirty="0"/>
          </a:p>
          <a:p>
            <a:r>
              <a:rPr lang="en-US" dirty="0"/>
              <a:t>Time of day, day of week</a:t>
            </a:r>
          </a:p>
          <a:p>
            <a:r>
              <a:rPr lang="en-US" dirty="0"/>
              <a:t>Street lighting (if available) / POI types (bars, parks)</a:t>
            </a:r>
          </a:p>
          <a:p>
            <a:r>
              <a:rPr lang="en-US" dirty="0"/>
              <a:t>Historical incidents count nearby (kernel density)</a:t>
            </a:r>
          </a:p>
          <a:p>
            <a:r>
              <a:rPr lang="en-US" dirty="0"/>
              <a:t>Distance from main roads / police stations</a:t>
            </a:r>
          </a:p>
          <a:p>
            <a:r>
              <a:rPr lang="en-US" dirty="0"/>
              <a:t>Population density / footfall proxy</a:t>
            </a:r>
          </a:p>
          <a:p>
            <a:r>
              <a:rPr lang="en-US" dirty="0"/>
              <a:t>Weather conditions (optional)</a:t>
            </a:r>
          </a:p>
          <a:p>
            <a:r>
              <a:rPr lang="en-US" dirty="0"/>
              <a:t>User-reported safety score</a:t>
            </a:r>
          </a:p>
          <a:p>
            <a:r>
              <a:rPr lang="en-US" b="1" dirty="0"/>
              <a:t>Model Type:</a:t>
            </a:r>
            <a:r>
              <a:rPr lang="en-US" dirty="0"/>
              <a:t> Gradient-boosted trees (</a:t>
            </a:r>
            <a:r>
              <a:rPr lang="en-US" dirty="0" err="1"/>
              <a:t>LightGBM</a:t>
            </a:r>
            <a:r>
              <a:rPr lang="en-US" dirty="0"/>
              <a:t> / </a:t>
            </a:r>
            <a:r>
              <a:rPr lang="en-US" dirty="0" err="1"/>
              <a:t>XGBoost</a:t>
            </a:r>
            <a:r>
              <a:rPr lang="en-US" dirty="0"/>
              <a:t>) for speed and interpretability. Output: risk score [0..1].</a:t>
            </a:r>
          </a:p>
          <a:p>
            <a:r>
              <a:rPr lang="en-US" b="1" dirty="0"/>
              <a:t>Training label:</a:t>
            </a:r>
            <a:r>
              <a:rPr lang="en-US" dirty="0"/>
              <a:t> Historical incidents aggregated into risk bins, or supervised labels from verified reports.</a:t>
            </a:r>
          </a:p>
          <a:p>
            <a:r>
              <a:rPr lang="en-US" b="1" dirty="0"/>
              <a:t>Serving:</a:t>
            </a:r>
            <a:r>
              <a:rPr lang="en-US" dirty="0"/>
              <a:t> Precompute risk for road segments during off-peak and update incrementally from recent incidents.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81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38CA0-11A3-C803-C2AE-CE95BACA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F7A0-C4A1-53D9-A5E8-C682B3CA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Flow Diagram</a:t>
            </a:r>
            <a:br>
              <a:rPr lang="en-IN" sz="3600" dirty="0"/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15ACD1-BD3B-CACD-22D1-2370A0321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881" y="1417739"/>
            <a:ext cx="9601200" cy="4941116"/>
          </a:xfrm>
        </p:spPr>
      </p:pic>
    </p:spTree>
    <p:extLst>
      <p:ext uri="{BB962C8B-B14F-4D97-AF65-F5344CB8AC3E}">
        <p14:creationId xmlns:p14="http://schemas.microsoft.com/office/powerpoint/2010/main" val="250073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FB31-DCBD-9B7C-536D-2D7E94BC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API Structure (REST)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296F-9A28-B007-762E-73E7AC1E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16404"/>
            <a:ext cx="9601200" cy="5641596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Auth</a:t>
            </a:r>
            <a:endParaRPr lang="en-IN" dirty="0"/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/auth/signup — create account (email / phone)</a:t>
            </a:r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/auth/login — login</a:t>
            </a:r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/auth/</a:t>
            </a:r>
            <a:r>
              <a:rPr lang="en-IN" dirty="0" err="1"/>
              <a:t>otp</a:t>
            </a:r>
            <a:r>
              <a:rPr lang="en-IN" dirty="0"/>
              <a:t> — OTP login</a:t>
            </a:r>
          </a:p>
          <a:p>
            <a:r>
              <a:rPr lang="en-IN" b="1" dirty="0"/>
              <a:t>User</a:t>
            </a:r>
            <a:endParaRPr lang="en-IN" dirty="0"/>
          </a:p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/user/profile — user profile</a:t>
            </a:r>
          </a:p>
          <a:p>
            <a:r>
              <a:rPr lang="en-IN" dirty="0"/>
              <a:t>PUT /</a:t>
            </a:r>
            <a:r>
              <a:rPr lang="en-IN" dirty="0" err="1"/>
              <a:t>api</a:t>
            </a:r>
            <a:r>
              <a:rPr lang="en-IN" dirty="0"/>
              <a:t>/user/profile — update profile &amp; trusted contacts</a:t>
            </a:r>
          </a:p>
          <a:p>
            <a:r>
              <a:rPr lang="en-IN" b="1" dirty="0"/>
              <a:t>Routing &amp; Risk</a:t>
            </a:r>
            <a:endParaRPr lang="en-IN" dirty="0"/>
          </a:p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dirty="0" err="1"/>
              <a:t>routes?from</a:t>
            </a:r>
            <a:r>
              <a:rPr lang="en-IN" dirty="0"/>
              <a:t>=</a:t>
            </a:r>
            <a:r>
              <a:rPr lang="en-IN" dirty="0" err="1"/>
              <a:t>lat,lng&amp;to</a:t>
            </a:r>
            <a:r>
              <a:rPr lang="en-IN" dirty="0"/>
              <a:t>=</a:t>
            </a:r>
            <a:r>
              <a:rPr lang="en-IN" dirty="0" err="1"/>
              <a:t>lat,lng</a:t>
            </a:r>
            <a:r>
              <a:rPr lang="en-IN" dirty="0"/>
              <a:t> — returns multiple routes with risk scores Response: [{</a:t>
            </a:r>
            <a:r>
              <a:rPr lang="en-IN" dirty="0" err="1"/>
              <a:t>route_id</a:t>
            </a:r>
            <a:r>
              <a:rPr lang="en-IN" dirty="0"/>
              <a:t>, waypoints[], distance, duration, </a:t>
            </a:r>
            <a:r>
              <a:rPr lang="en-IN" dirty="0" err="1"/>
              <a:t>risk_score</a:t>
            </a:r>
            <a:r>
              <a:rPr lang="en-IN" dirty="0"/>
              <a:t>, </a:t>
            </a:r>
            <a:r>
              <a:rPr lang="en-IN" dirty="0" err="1"/>
              <a:t>segment_risks</a:t>
            </a:r>
            <a:r>
              <a:rPr lang="en-IN" dirty="0"/>
              <a:t>[]}]</a:t>
            </a:r>
          </a:p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/route/:id/segments — returns enriched segments with risk breakdown</a:t>
            </a:r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/incidents — submit incident (</a:t>
            </a:r>
            <a:r>
              <a:rPr lang="en-IN" dirty="0" err="1"/>
              <a:t>lat,lng,category,description,media</a:t>
            </a:r>
            <a:r>
              <a:rPr lang="en-IN" dirty="0"/>
              <a:t>)</a:t>
            </a:r>
          </a:p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dirty="0" err="1"/>
              <a:t>incidents?bbox</a:t>
            </a:r>
            <a:r>
              <a:rPr lang="en-IN" dirty="0"/>
              <a:t>=</a:t>
            </a:r>
            <a:r>
              <a:rPr lang="en-IN" dirty="0" err="1"/>
              <a:t>minLon,minLat,maxLon,maxLat</a:t>
            </a:r>
            <a:r>
              <a:rPr lang="en-IN" dirty="0"/>
              <a:t> — fetch recent incidents</a:t>
            </a:r>
          </a:p>
          <a:p>
            <a:r>
              <a:rPr lang="en-IN" b="1" dirty="0"/>
              <a:t>Notifications &amp; SOS</a:t>
            </a:r>
            <a:endParaRPr lang="en-IN" dirty="0"/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dirty="0" err="1"/>
              <a:t>sos</a:t>
            </a:r>
            <a:r>
              <a:rPr lang="en-IN" dirty="0"/>
              <a:t> — triggers SOS; body includes location, user id, contact list, reason</a:t>
            </a:r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dirty="0" err="1"/>
              <a:t>fakecall</a:t>
            </a:r>
            <a:r>
              <a:rPr lang="en-IN" dirty="0"/>
              <a:t> — trigger fake call to user</a:t>
            </a:r>
          </a:p>
          <a:p>
            <a:r>
              <a:rPr lang="en-IN" b="1" dirty="0"/>
              <a:t>Admin</a:t>
            </a:r>
            <a:endParaRPr lang="en-IN" dirty="0"/>
          </a:p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/admin/incidents — fetch reports for moderation</a:t>
            </a:r>
          </a:p>
          <a:p>
            <a:r>
              <a:rPr lang="en-IN" dirty="0"/>
              <a:t>PUT /</a:t>
            </a:r>
            <a:r>
              <a:rPr lang="en-IN" dirty="0" err="1"/>
              <a:t>api</a:t>
            </a:r>
            <a:r>
              <a:rPr lang="en-IN" dirty="0"/>
              <a:t>/admin/incident/:id/verify — mark verified</a:t>
            </a:r>
          </a:p>
          <a:p>
            <a:r>
              <a:rPr lang="en-IN" b="1" dirty="0"/>
              <a:t>ML</a:t>
            </a:r>
            <a:endParaRPr lang="en-IN" dirty="0"/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/ml/risk — compute risk for given segment(s) or features (used by admin &amp; offline processing)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63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64F4-FB18-4B42-F2E7-208AD587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UI / UX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94EB-CCD1-4996-454A-B76A3EA55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75128"/>
            <a:ext cx="9601200" cy="558287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Design principles:</a:t>
            </a:r>
            <a:endParaRPr lang="en-US" dirty="0"/>
          </a:p>
          <a:p>
            <a:r>
              <a:rPr lang="en-US" dirty="0"/>
              <a:t>Minimal, low-friction: SOS is 1-2 taps maximum</a:t>
            </a:r>
          </a:p>
          <a:p>
            <a:r>
              <a:rPr lang="en-US" dirty="0"/>
              <a:t>High contrast, legible typography, big tappable controls</a:t>
            </a:r>
          </a:p>
          <a:p>
            <a:r>
              <a:rPr lang="en-US" dirty="0"/>
              <a:t>Dark-mode and stealth mode (discreet UI for safety)</a:t>
            </a:r>
          </a:p>
          <a:p>
            <a:r>
              <a:rPr lang="en-US" dirty="0"/>
              <a:t>Map-first interface: show current location, safe/unsafe heatmap overlay</a:t>
            </a:r>
          </a:p>
          <a:p>
            <a:r>
              <a:rPr lang="en-US" b="1" dirty="0"/>
              <a:t>Key screens:</a:t>
            </a:r>
            <a:endParaRPr lang="en-US" dirty="0"/>
          </a:p>
          <a:p>
            <a:r>
              <a:rPr lang="en-US" b="1" dirty="0"/>
              <a:t>Onboarding &amp; Permissions</a:t>
            </a:r>
            <a:r>
              <a:rPr lang="en-US" dirty="0"/>
              <a:t> — explain why permissions needed; quick setup of trusted contacts</a:t>
            </a:r>
          </a:p>
          <a:p>
            <a:r>
              <a:rPr lang="en-US" b="1" dirty="0"/>
              <a:t>Home / Map View</a:t>
            </a:r>
            <a:r>
              <a:rPr lang="en-US" dirty="0"/>
              <a:t> — search bar, 'Where to?', quick SOS button, nearby safety alerts</a:t>
            </a:r>
          </a:p>
          <a:p>
            <a:r>
              <a:rPr lang="en-US" b="1" dirty="0"/>
              <a:t>Route Options</a:t>
            </a:r>
            <a:r>
              <a:rPr lang="en-US" dirty="0"/>
              <a:t> — cards for 'Safest' vs 'Fastest' vs 'Balanced' with color-coded risk</a:t>
            </a:r>
          </a:p>
          <a:p>
            <a:r>
              <a:rPr lang="en-US" b="1" dirty="0"/>
              <a:t>Navigation Screen</a:t>
            </a:r>
            <a:r>
              <a:rPr lang="en-US" dirty="0"/>
              <a:t> — turn-by-turn; small panic button; timer/check-in widget</a:t>
            </a:r>
          </a:p>
          <a:p>
            <a:r>
              <a:rPr lang="en-US" b="1" dirty="0"/>
              <a:t>SOS Flow</a:t>
            </a:r>
            <a:r>
              <a:rPr lang="en-US" dirty="0"/>
              <a:t> — confirm screen with countdown (discreet option), auto-send location + audio recording (optional)</a:t>
            </a:r>
          </a:p>
          <a:p>
            <a:r>
              <a:rPr lang="en-US" b="1" dirty="0"/>
              <a:t>Report Incident</a:t>
            </a:r>
            <a:r>
              <a:rPr lang="en-US" dirty="0"/>
              <a:t> — quick form + optional photo</a:t>
            </a:r>
          </a:p>
          <a:p>
            <a:r>
              <a:rPr lang="en-US" b="1" dirty="0"/>
              <a:t>Profile / Trusted Contacts</a:t>
            </a:r>
            <a:r>
              <a:rPr lang="en-US" dirty="0"/>
              <a:t> — manage contacts &amp; emergency numbers</a:t>
            </a:r>
          </a:p>
          <a:p>
            <a:r>
              <a:rPr lang="en-US" b="1" dirty="0"/>
              <a:t>Admin Dashboard</a:t>
            </a:r>
            <a:r>
              <a:rPr lang="en-US" dirty="0"/>
              <a:t> — moderation queue, heatmaps, incident analytics</a:t>
            </a:r>
          </a:p>
          <a:p>
            <a:r>
              <a:rPr lang="en-US" b="1" dirty="0"/>
              <a:t>Micro-interactions:</a:t>
            </a:r>
            <a:endParaRPr lang="en-US" dirty="0"/>
          </a:p>
          <a:p>
            <a:r>
              <a:rPr lang="en-US" dirty="0"/>
              <a:t>Haptic feedback on SOS trigger (if native)</a:t>
            </a:r>
          </a:p>
          <a:p>
            <a:r>
              <a:rPr lang="en-US" dirty="0"/>
              <a:t>Subtle pulsing on the safest route card</a:t>
            </a:r>
          </a:p>
          <a:p>
            <a:r>
              <a:rPr lang="en-US" dirty="0"/>
              <a:t>Smooth map transitions and informative tooltips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22005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{2648911F-B9BB-4D2E-A521-0CB3215A64BF}tf10001105</Template>
  <TotalTime>33</TotalTime>
  <Words>951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Bookman Old Style</vt:lpstr>
      <vt:lpstr>Franklin Gothic Book</vt:lpstr>
      <vt:lpstr>Crop</vt:lpstr>
      <vt:lpstr>SAFEROUTE AI-REAL TIME SAFETY ASSISSTANT</vt:lpstr>
      <vt:lpstr>Solution Overview</vt:lpstr>
      <vt:lpstr>High level Architecture</vt:lpstr>
      <vt:lpstr>Tech stack Selection</vt:lpstr>
      <vt:lpstr>Data Sources &amp; Privacy</vt:lpstr>
      <vt:lpstr>Risk Scoring Model </vt:lpstr>
      <vt:lpstr>Flow Diagram </vt:lpstr>
      <vt:lpstr>API Structure (REST) </vt:lpstr>
      <vt:lpstr>UI / UX Design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singani</dc:creator>
  <cp:lastModifiedBy>shivani singani</cp:lastModifiedBy>
  <cp:revision>1</cp:revision>
  <dcterms:created xsi:type="dcterms:W3CDTF">2025-11-30T17:11:40Z</dcterms:created>
  <dcterms:modified xsi:type="dcterms:W3CDTF">2025-11-30T17:45:20Z</dcterms:modified>
</cp:coreProperties>
</file>